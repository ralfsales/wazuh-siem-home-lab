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116" y="209600"/>
            <a:ext cx="5001768" cy="803980"/>
          </a:xfrm>
        </p:spPr>
        <p:txBody>
          <a:bodyPr/>
          <a:lstStyle/>
          <a:p>
            <a:r>
              <a:rPr dirty="0"/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7592" y="1179912"/>
            <a:ext cx="6548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Business Goal: Build a functional SIEM lab using </a:t>
            </a:r>
            <a:r>
              <a:rPr dirty="0" err="1"/>
              <a:t>Wazuh</a:t>
            </a:r>
            <a:r>
              <a:rPr dirty="0"/>
              <a:t> to simulate a SOC environment. The objective was to centralize logs, onboard endpoints, perform threat hunting, detect suspicious activity, and </a:t>
            </a:r>
            <a:r>
              <a:rPr lang="en-IE" dirty="0"/>
              <a:t>other functionalities</a:t>
            </a:r>
            <a:r>
              <a:rPr dirty="0"/>
              <a:t>.</a:t>
            </a:r>
          </a:p>
        </p:txBody>
      </p:sp>
      <p:pic>
        <p:nvPicPr>
          <p:cNvPr id="4" name="Picture 3" descr="Screenshot 2026-06-05 175907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1" y="2546573"/>
            <a:ext cx="6623678" cy="3699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556" y="328866"/>
            <a:ext cx="7104888" cy="832422"/>
          </a:xfrm>
        </p:spPr>
        <p:txBody>
          <a:bodyPr/>
          <a:lstStyle/>
          <a:p>
            <a:r>
              <a:rPr dirty="0" err="1"/>
              <a:t>Wazuh</a:t>
            </a:r>
            <a:r>
              <a:rPr dirty="0"/>
              <a:t> Deployment Successful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28636"/>
            <a:ext cx="6949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After deploying </a:t>
            </a:r>
            <a:r>
              <a:rPr dirty="0" err="1"/>
              <a:t>Wazuh</a:t>
            </a:r>
            <a:r>
              <a:rPr dirty="0"/>
              <a:t> 4.14.5 on Ubuntu 22.04, the dashboard became operational. This confirmed that the Manager, Indexer, and Dashboard components were functioning correctly. The environment was now ready to receive endpoint telemetry.</a:t>
            </a:r>
          </a:p>
        </p:txBody>
      </p:sp>
      <p:pic>
        <p:nvPicPr>
          <p:cNvPr id="4" name="Picture 3" descr="Screenshot 2026-06-06 155630(1).png"/>
          <p:cNvPicPr>
            <a:picLocks noChangeAspect="1"/>
          </p:cNvPicPr>
          <p:nvPr/>
        </p:nvPicPr>
        <p:blipFill>
          <a:blip r:embed="rId2"/>
          <a:srcRect b="22331"/>
          <a:stretch>
            <a:fillRect/>
          </a:stretch>
        </p:blipFill>
        <p:spPr>
          <a:xfrm>
            <a:off x="2286000" y="2496313"/>
            <a:ext cx="4572000" cy="3739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916" y="329184"/>
            <a:ext cx="5660136" cy="804990"/>
          </a:xfrm>
        </p:spPr>
        <p:txBody>
          <a:bodyPr/>
          <a:lstStyle/>
          <a:p>
            <a:r>
              <a:rPr dirty="0"/>
              <a:t>Endpoint Enrollment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3916" y="1134174"/>
            <a:ext cx="5660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A second Ubuntu VM was configured as a monitored endpoint. Multiple networking and enrollment issues were investigated and resolved. The endpoint was successfully registered with the </a:t>
            </a:r>
            <a:r>
              <a:rPr dirty="0" err="1"/>
              <a:t>Wazuh</a:t>
            </a:r>
            <a:r>
              <a:rPr dirty="0"/>
              <a:t> Manager.</a:t>
            </a:r>
          </a:p>
        </p:txBody>
      </p:sp>
      <p:pic>
        <p:nvPicPr>
          <p:cNvPr id="4" name="Picture 3" descr="Screenshot 2026-06-06 155841(1).png"/>
          <p:cNvPicPr>
            <a:picLocks noChangeAspect="1"/>
          </p:cNvPicPr>
          <p:nvPr/>
        </p:nvPicPr>
        <p:blipFill>
          <a:blip r:embed="rId2"/>
          <a:srcRect b="12298"/>
          <a:stretch>
            <a:fillRect/>
          </a:stretch>
        </p:blipFill>
        <p:spPr>
          <a:xfrm>
            <a:off x="2157984" y="2414663"/>
            <a:ext cx="4572000" cy="4217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712" y="361886"/>
            <a:ext cx="6894576" cy="808546"/>
          </a:xfrm>
        </p:spPr>
        <p:txBody>
          <a:bodyPr/>
          <a:lstStyle/>
          <a:p>
            <a:r>
              <a:rPr dirty="0"/>
              <a:t>Endpoint Visibility Confirmed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1267504"/>
            <a:ext cx="6894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The Endpoints dashboard confirms successful onboarding. Agent ID 001 is active and communicating with the manager. This validates connectivity, agent registration, and telemetry collection.</a:t>
            </a:r>
          </a:p>
        </p:txBody>
      </p:sp>
      <p:pic>
        <p:nvPicPr>
          <p:cNvPr id="4" name="Picture 3" descr="Screenshot 2026-06-06 155841(1).png"/>
          <p:cNvPicPr>
            <a:picLocks noChangeAspect="1"/>
          </p:cNvPicPr>
          <p:nvPr/>
        </p:nvPicPr>
        <p:blipFill>
          <a:blip r:embed="rId2"/>
          <a:srcRect b="12298"/>
          <a:stretch>
            <a:fillRect/>
          </a:stretch>
        </p:blipFill>
        <p:spPr>
          <a:xfrm>
            <a:off x="2286000" y="2287906"/>
            <a:ext cx="4572000" cy="4217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3112"/>
          </a:xfrm>
        </p:spPr>
        <p:txBody>
          <a:bodyPr/>
          <a:lstStyle/>
          <a:p>
            <a:r>
              <a:rPr dirty="0"/>
              <a:t>Threat Hunting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66087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Threat Hunting was used to validate log ingestion. Package installation and system activity logs generated by the endpoint were indexed and searchable. This proves successful event collection and storage.</a:t>
            </a:r>
          </a:p>
        </p:txBody>
      </p:sp>
      <p:pic>
        <p:nvPicPr>
          <p:cNvPr id="4" name="Picture 3" descr="Screenshot 2026-06-06 16205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0907"/>
            <a:ext cx="8138160" cy="4351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Creation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93185"/>
            <a:ext cx="8412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A new local user (</a:t>
            </a:r>
            <a:r>
              <a:rPr dirty="0" err="1"/>
              <a:t>hackerA</a:t>
            </a:r>
            <a:r>
              <a:rPr dirty="0"/>
              <a:t>) was intentionally created to generate a security-relevant event. </a:t>
            </a:r>
            <a:r>
              <a:rPr dirty="0" err="1"/>
              <a:t>Wazuh</a:t>
            </a:r>
            <a:r>
              <a:rPr dirty="0"/>
              <a:t> immediately detected the action and recorded username, UID, GID, shell, and home directory details.</a:t>
            </a:r>
          </a:p>
        </p:txBody>
      </p:sp>
      <p:pic>
        <p:nvPicPr>
          <p:cNvPr id="4" name="Picture 3" descr="Screenshot 2026-06-06 16263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88845"/>
            <a:ext cx="8321040" cy="43383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Failure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996" y="1243584"/>
            <a:ext cx="7778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Failed authentication attempts were generated using incorrect </a:t>
            </a:r>
            <a:r>
              <a:rPr dirty="0" err="1"/>
              <a:t>sudo</a:t>
            </a:r>
            <a:r>
              <a:rPr dirty="0"/>
              <a:t> credentials. </a:t>
            </a:r>
            <a:r>
              <a:rPr dirty="0" err="1"/>
              <a:t>Wazuh</a:t>
            </a:r>
            <a:r>
              <a:rPr dirty="0"/>
              <a:t> identified the event as a PAM authentication failure and captured user, session, source host, and timestamp information.</a:t>
            </a:r>
          </a:p>
        </p:txBody>
      </p:sp>
      <p:pic>
        <p:nvPicPr>
          <p:cNvPr id="4" name="Picture 3" descr="Screenshot 2026-06-06 16280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97" y="2402205"/>
            <a:ext cx="7778006" cy="4027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6257"/>
          </a:xfrm>
        </p:spPr>
        <p:txBody>
          <a:bodyPr>
            <a:normAutofit fontScale="90000"/>
          </a:bodyPr>
          <a:lstStyle/>
          <a:p>
            <a:r>
              <a:rPr dirty="0"/>
              <a:t>Security Configuration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942" y="1026343"/>
            <a:ext cx="80961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The CIS Ubuntu benchmark checks demonstrate </a:t>
            </a:r>
            <a:r>
              <a:rPr dirty="0" err="1"/>
              <a:t>Wazuh's</a:t>
            </a:r>
            <a:r>
              <a:rPr dirty="0"/>
              <a:t> ability to perform security posture assessments. This helps identify configuration weaknesses, hardening opportunities, and compliance gaps.</a:t>
            </a:r>
          </a:p>
        </p:txBody>
      </p:sp>
      <p:pic>
        <p:nvPicPr>
          <p:cNvPr id="4" name="Picture 3" descr="Screenshot 2026-06-06 162736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42" y="2233137"/>
            <a:ext cx="8096115" cy="42042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3192"/>
            <a:ext cx="8229600" cy="804990"/>
          </a:xfrm>
        </p:spPr>
        <p:txBody>
          <a:bodyPr>
            <a:normAutofit fontScale="90000"/>
          </a:bodyPr>
          <a:lstStyle/>
          <a:p>
            <a:r>
              <a:rPr dirty="0"/>
              <a:t>SOC Analyst Activities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7804" y="1161288"/>
            <a:ext cx="7708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This project demonstrates endpoint onboarding, alert monitoring, threat hunting, log analysis, authentication monitoring, account monitoring, Linux administration, SIEM operations, and incident investigation workflows.</a:t>
            </a:r>
          </a:p>
        </p:txBody>
      </p:sp>
      <p:pic>
        <p:nvPicPr>
          <p:cNvPr id="4" name="Picture 3" descr="Screenshot 2026-06-06 16205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2269582"/>
            <a:ext cx="7708392" cy="39669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544" y="219508"/>
            <a:ext cx="7114032" cy="626364"/>
          </a:xfrm>
        </p:spPr>
        <p:txBody>
          <a:bodyPr>
            <a:normAutofit fontScale="90000"/>
          </a:bodyPr>
          <a:lstStyle/>
          <a:p>
            <a:r>
              <a:rPr dirty="0"/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8127" y="901002"/>
            <a:ext cx="69848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dirty="0"/>
              <a:t>The final environment successfully collected and analyzed endpoint events. The SIEM detected user creation activity, authentication failures, package installations, and configuration assessment findings. The project provided practical SOC-focused experience using industry-relevant tooling.</a:t>
            </a:r>
          </a:p>
        </p:txBody>
      </p:sp>
      <p:pic>
        <p:nvPicPr>
          <p:cNvPr id="4" name="Picture 3" descr="Screenshot 2026-06-06 155630(1).png"/>
          <p:cNvPicPr>
            <a:picLocks noChangeAspect="1"/>
          </p:cNvPicPr>
          <p:nvPr/>
        </p:nvPicPr>
        <p:blipFill>
          <a:blip r:embed="rId2"/>
          <a:srcRect b="42081"/>
          <a:stretch>
            <a:fillRect/>
          </a:stretch>
        </p:blipFill>
        <p:spPr>
          <a:xfrm>
            <a:off x="988127" y="2433460"/>
            <a:ext cx="6984866" cy="39700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Apresentação no Ecrã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Project Introduction</vt:lpstr>
      <vt:lpstr>Wazuh Deployment Successful</vt:lpstr>
      <vt:lpstr>Endpoint Enrollment</vt:lpstr>
      <vt:lpstr>Endpoint Visibility Confirmed</vt:lpstr>
      <vt:lpstr>Threat Hunting Validation</vt:lpstr>
      <vt:lpstr>User Creation Detection</vt:lpstr>
      <vt:lpstr>Authentication Failure Detection</vt:lpstr>
      <vt:lpstr>Security Configuration Assessment</vt:lpstr>
      <vt:lpstr>SOC Analyst Activities Demonstrated</vt:lpstr>
      <vt:lpstr>Project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Sales</cp:lastModifiedBy>
  <cp:revision>2</cp:revision>
  <dcterms:created xsi:type="dcterms:W3CDTF">2013-01-27T09:14:16Z</dcterms:created>
  <dcterms:modified xsi:type="dcterms:W3CDTF">2026-06-06T16:06:05Z</dcterms:modified>
  <cp:category/>
</cp:coreProperties>
</file>